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7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an Autonomous Web Agent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blank folder to a live GitHub repo — 14 steps, 9 services, and more than a few real bugs along the way.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6172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MakeMyTrip: Autonomous Web Operations Agent  ·  Google Gemini (free tier) only — no paid API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what to build, and how it would think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automation breaks the moment a website's UI changes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 agent that reasons about a page like a human, instead of following hardcoded selectors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fully free stack from day one — no Claude, no OpenAI, no paid API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Task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1031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08392" y="21031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08392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Brain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42832" y="21031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21031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07424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341864" y="2103120"/>
            <a:ext cx="16459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3"/>
                </a:solidFill>
              </a:rPr>
              <a:t>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506456" y="210312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2E86A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06456" y="21031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154680"/>
            <a:ext cx="5431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Reason → Act → Repeat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431536" cy="502920"/>
          </a:xfrm>
          <a:prstGeom prst="roundRect">
            <a:avLst>
              <a:gd name="adj" fmla="val 18182"/>
            </a:avLst>
          </a:prstGeom>
          <a:solidFill>
            <a:srgbClr val="EAF4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0" y="3657600"/>
            <a:ext cx="5431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browser-use + Playwright + Gemini (free) + Streamlit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turning that idea into a working folder on disk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the Stage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— and the first two speed bumps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1984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Created the project folder &amp; virtual environment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591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mmt-agent/ + venv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8A2E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72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‘uvx’ not recognized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54787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— used plain pip + playwright instead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8A2E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3616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‘No module named playwright’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73659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 wasn't activated — activated it, then pip install playwright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getting a free API key and talking to the agent for the first time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Contact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API key, and the agent's very first run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 free Gemini API key from Google AI Studio — no credit card needed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first test: “Go to makemytrip.com and tell me what tabs are visible”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Chromium browser opened on its own, navigated to MakeMyTrip, read the page, and answered correctly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035040" y="2011680"/>
            <a:ext cx="5577840" cy="3291840"/>
          </a:xfrm>
          <a:prstGeom prst="roundRect">
            <a:avLst>
              <a:gd name="adj" fmla="val 3333"/>
            </a:avLst>
          </a:prstGeom>
          <a:solidFill>
            <a:srgbClr val="E9F5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240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5C4A"/>
                </a:solidFill>
              </a:rPr>
              <a:t>✓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unlocked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31546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 — perceive, reason, act — worked end to end for the first time. Everything after this was about scaling it up.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the hard part — teaching it to actually search a real flight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the Fire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real errors stood between “hello” and a working flight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" y="2350008"/>
            <a:ext cx="0" cy="45720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97280" y="194767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popup blocked every click → taught the agent to close popups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" y="3191256"/>
            <a:ext cx="0" cy="45720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1097280" y="278892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version mismatch crash → upgraded browser-use &amp; google-genai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" y="4032504"/>
            <a:ext cx="0" cy="45720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1097280" y="363016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message format in a test script → fixed the test, not the agent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0664" y="4873752"/>
            <a:ext cx="0" cy="457200"/>
          </a:xfrm>
          <a:prstGeom prst="line">
            <a:avLst/>
          </a:prstGeom>
          <a:noFill/>
          <a:ln w="19050">
            <a:solidFill>
              <a:srgbClr val="C7D6DE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097280" y="447141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server overload (503) → switched to gemini-flash-lite-latest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30952"/>
            <a:ext cx="384048" cy="38404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531266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full flight search, real prices extracted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97496" y="1865376"/>
            <a:ext cx="4270248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2B">
                <a:alpha val="30000"/>
              </a:srgbClr>
            </a:outerShdw>
          </a:effectLst>
        </p:spPr>
      </p:sp>
      <p:pic>
        <p:nvPicPr>
          <p:cNvPr id="26" name="Image 0" descr="/mnt/user-data/uploads/1789714962472_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920240"/>
            <a:ext cx="4160520" cy="21031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7452360" y="40965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live-driving makemytrip.com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397496" y="4288536"/>
            <a:ext cx="4270248" cy="1892808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2B">
                <a:alpha val="30000"/>
              </a:srgbClr>
            </a:outerShdw>
          </a:effectLst>
        </p:spPr>
      </p:sp>
      <p:pic>
        <p:nvPicPr>
          <p:cNvPr id="29" name="Image 1" descr="/mnt/user-data/uploads/1789714962472_5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52360" y="4343400"/>
            <a:ext cx="4160520" cy="178308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7452360" y="61996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flight results read straight off the page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turning messy text answers into clean, structured data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Taming the Output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free-text answers to validated, structured JSON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Pydantic schemas (Flight, FlightResults) describing exactly what fields mattered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was told to fill that schema instead of writing a paragraph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became clean, predictable JSON — ready for a database, a dashboard, or an API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auto-saved as a timestamped .json file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2860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"airline": "Air India",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"flight_number": "AI-424",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"departure_time": "13:00",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"₹ 6,351"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adding Hotels, and giving the whole thing a real interface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Hotels, and a Real Interface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code, and a UI anyone can click through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module built on the exact same pattern as Flights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consolidated into one reusable agent_core.py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app wrapped it all in tabs — no code required to run a search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click-through worked end to end, no terminal needed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797296" y="1865376"/>
            <a:ext cx="5870448" cy="3493008"/>
          </a:xfrm>
          <a:prstGeom prst="roundRect">
            <a:avLst>
              <a:gd name="adj" fmla="val 157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2B">
                <a:alpha val="30000"/>
              </a:srgbClr>
            </a:outerShdw>
          </a:effectLst>
        </p:spPr>
      </p:sp>
      <p:pic>
        <p:nvPicPr>
          <p:cNvPr id="8" name="Image 0" descr="/mnt/user-data/uploads/1789714962470_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1920240"/>
            <a:ext cx="5760720" cy="33832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53766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 — Flights tab, ready to search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growing from 2 services to a much bigger map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Expanding the Map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53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Attractions and Holiday Packages joined the lineup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65A82">
              <a:alpha val="75000"/>
            </a:srgbClr>
          </a:solidFill>
          <a:ln w="9525">
            <a:solidFill>
              <a:srgbClr val="3A6B8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23774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65A82">
              <a:alpha val="75000"/>
            </a:srgbClr>
          </a:solidFill>
          <a:ln w="9525">
            <a:solidFill>
              <a:srgbClr val="3A6B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3774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 w="19050">
            <a:solidFill>
              <a:srgbClr val="9FE6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Attractions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89720" y="237744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 w="19050">
            <a:solidFill>
              <a:srgbClr val="9FE6C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25603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F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9718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Holiday Packages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97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before: a Pydantic schema + a focused task prompt = a new, working service in minutes.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17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the user takes the wheel and triples the project overnight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Solo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more services added independently — then a bug hunt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Buses, Trains, Cabs, Villas and Cruises added on their own initiative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grew from 4 to 9 fully working services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BEA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hunt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062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copied line meant 5 services crashed on save (wrong variable name). The app.py file was also missing 2 imports. Both fixed, all 9 re-tested.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80176" y="1865376"/>
            <a:ext cx="5687568" cy="2852928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2B">
                <a:alpha val="30000"/>
              </a:srgbClr>
            </a:outerShdw>
          </a:effectLst>
        </p:spPr>
      </p:sp>
      <p:pic>
        <p:nvPicPr>
          <p:cNvPr id="11" name="Image 0" descr="/mnt/user-data/uploads/1789714962471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920240"/>
            <a:ext cx="5577840" cy="2743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035040" y="47365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service tabs, confirmed working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writing it all down, so the project explains itself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It Down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README that explains the project to a stranger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 &amp; Architecture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is, and how the loop works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01168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0936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Setup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install steps, free API key instructions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43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92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bug faced, and how it was fixed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4114800"/>
            <a:ext cx="5212080" cy="1828800"/>
          </a:xfrm>
          <a:prstGeom prst="roundRect">
            <a:avLst>
              <a:gd name="adj" fmla="val 5000"/>
            </a:avLst>
          </a:prstGeom>
          <a:solidFill>
            <a:srgbClr val="EAF4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9360" y="4343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Ethics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4892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never proceeds past the results page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reversing the checklist — requirements, slides, and proof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Polish Pass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a pitch deck, and a results showcase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3911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requirements.txt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048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freeze captured every exact package version for one-command setup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91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7355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deck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639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10-slide technical walkthrough of architecture, stack and results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50799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showcase PDF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8737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services' real output compiled into one clean reference document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proving it actually works — screenshots and a live demo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11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Proof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 and a demo video, woven into the README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3776" y="1911096"/>
            <a:ext cx="5321808" cy="2944368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2B">
                <a:alpha val="30000"/>
              </a:srgbClr>
            </a:outerShdw>
          </a:effectLst>
        </p:spPr>
      </p:sp>
      <p:pic>
        <p:nvPicPr>
          <p:cNvPr id="7" name="Image 0" descr="/mnt/user-data/uploads/1789714962473_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965960"/>
            <a:ext cx="5212080" cy="2834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873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result, rendered live in the 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0176" y="1911096"/>
            <a:ext cx="5687568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127000" dist="38100" dir="5400000">
              <a:srgbClr val="0B1B2B">
                <a:alpha val="30000"/>
              </a:srgbClr>
            </a:outerShdw>
          </a:effectLst>
        </p:spPr>
      </p:sp>
      <p:pic>
        <p:nvPicPr>
          <p:cNvPr id="10" name="Image 1" descr="/mnt/user-data/uploads/1789714962466_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965960"/>
            <a:ext cx="5577840" cy="2971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035040" y="50109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confirming a completed Hotels search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the final step — making it public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36576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365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Public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53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local folder to a live GitHub repository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6035040" cy="3383280"/>
          </a:xfrm>
          <a:prstGeom prst="roundRect">
            <a:avLst>
              <a:gd name="adj" fmla="val 2703"/>
            </a:avLst>
          </a:prstGeom>
          <a:solidFill>
            <a:srgbClr val="0E1B3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233172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commit..."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&lt;repo-url&gt;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F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210312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E6C8"/>
                </a:solidFill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along the way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32461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kept .env, venv/ and logs/ out of the repo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never left the local machine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verified live on GitHub after push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217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B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Next: looking back at everything that got built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Finished Journey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steps, zero paid APIs, one working autonomous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6002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autonomous service modules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64208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6002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 tech stack (Gemini free tier)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231136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1671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validated JSON output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231136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2231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21671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web app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798064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7340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README documentation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2798064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29400" y="27340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requirements.txt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3364992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10-slide presentation deck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3364992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30098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showcase PDF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38679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 &amp; demo video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292608" cy="292608"/>
          </a:xfrm>
          <a:prstGeom prst="ellipse">
            <a:avLst/>
          </a:prstGeom>
          <a:solidFill>
            <a:srgbClr val="1E5C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1792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629400" y="386791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live GitHub repository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375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MakeMyTrip: Autonomous Web Operations Agent — The Full Story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step by step, bug by bug, with browser-use · Playwright · Google Gemini (free) · Streamlit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2026-10-03T07:53:42Z</dcterms:created>
  <dcterms:modified xsi:type="dcterms:W3CDTF">2026-10-03T07:53:42Z</dcterms:modified>
</cp:coreProperties>
</file>