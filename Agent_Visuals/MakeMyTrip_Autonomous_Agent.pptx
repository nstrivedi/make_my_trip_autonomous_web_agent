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✈️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MakeMyTrip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Web Operations Agent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97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LLM-driven agent that autonomously searches Flights, Trains, Buses, Cabs, Hotels, Villas, Attractions, Packages and Cruises on makemytrip.com — no hardcoded selectors, no paid API.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Google Gemini (free tier) · browser-use · Playwright ·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Autonomous Agent?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automation is brittle. LLM reasoning adapts.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Web Automation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CSS/XPath selectors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moment UI changes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unexpected popups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script per page, per site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E9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Project's Approach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8803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live page like a human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next action in natural language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popups, layout shifts, delays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pattern across 9 services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The Agent Loop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Reason → Act → Repeat, until the task is complete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B1B2B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677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goal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90088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73"/>
                </a:solidFill>
              </a:rPr>
              <a:t>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1B2B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91840" y="22677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Brain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154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DOM + screenshot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641848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73"/>
                </a:solidFill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1B2B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43600" y="22677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3154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 type / scroll decided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73"/>
                </a:solidFill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95360" y="21031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5400000">
              <a:srgbClr val="0B1B2B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95360" y="22677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154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executes on MakeMyTrip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V="1">
            <a:off x="3131820" y="3977640"/>
            <a:ext cx="7635240" cy="640080"/>
          </a:xfrm>
          <a:prstGeom prst="bentConnector3">
            <a:avLst/>
          </a:prstGeom>
          <a:noFill/>
          <a:ln w="19050">
            <a:solidFill>
              <a:srgbClr val="5C6B7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until goal is achieved or safety limit reached, then returns structured JSON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80560" y="512064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Structured JSON Output (Pydantic)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free-tier — no Claude or paid API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browser-use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048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agent framework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4048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Chromium automation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(free)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048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— gemini-flash-lite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069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5079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schemas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69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069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5079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069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5079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language, async/await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Autonomous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agent pattern, applied across every MakeMyTrip service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002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6002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0632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30632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30632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5262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45262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45262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60020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✈️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16002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60020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6002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160020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🚌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16002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06324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🚕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063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06324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🏨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063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06324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🏡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3063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&amp; Homestays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52628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🎟️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526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52628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🧳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4526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Packages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52628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🚢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4526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Output: Ahmedabad → Delhi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flight data extracted live from makemytrip.com by the agent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772400" cy="329184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AI-424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6,351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AI-2716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6,351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AI-2546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6,440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6E-2179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6,890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AI-1117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6,941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9164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EAF4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6968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423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as JSON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834640"/>
            <a:ext cx="2560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5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5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"airline": "Air India",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5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"flight_number": "AI-424",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5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"departure_time": "13:00",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5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"₹ 6,351"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5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Auto-saved to results/flights_Ahmedabad_to_Delhi_&lt;timestamp&gt;.json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206240"/>
        </p:xfrm>
        <a:graphic>
          <a:graphicData uri="http://schemas.openxmlformats.org/drawingml/2006/table">
            <a:tbl>
              <a:tblPr/>
              <a:tblGrid>
                <a:gridCol w="5394960"/>
                <a:gridCol w="5669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503 ‘model overloaded’ errors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to gemini-flash-lite-latest + fallback LLM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promo popups blocking the page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popup-handling step in every task prompt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widget covering Search button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re-queried DOM via find_elements / evaluate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Copy-paste filename bug across services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per-service dynamic filenames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Unstructured, inconsistent text output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Pydantic output_model_schema everywhere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Ethical Guardrails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 live commercial site responsibly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booking or payment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574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explicitly stops at the results page — no confirmation, no card details ever entered.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credentials used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089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done without logging in or entering any personal/payment information.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purpose only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605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strictly as a learning/demo project, not for production scraping or commercial use.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Rate-limited &amp; respectful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212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between actions avoid overloading the live site.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future iterations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comparison logic across multiple searches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date-range search, not just nearest date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Streamlit app for remote/shared access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160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recent searches to cut redundant agent runs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MakeMyTrip: Autonomous Web Operations Agent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browser-use · Playwright · Google Gemini (free tier) · Streamlit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2026-09-18T05:28:34Z</dcterms:created>
  <dcterms:modified xsi:type="dcterms:W3CDTF">2026-09-18T05:28:34Z</dcterms:modified>
</cp:coreProperties>
</file>